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480560"/>
            <a:ext cx="3840480" cy="3840480"/>
          </a:xfrm>
          <a:prstGeom prst="ellipse">
            <a:avLst/>
          </a:prstGeom>
          <a:solidFill>
            <a:srgbClr val="141B45"/>
          </a:solidFill>
          <a:ln/>
        </p:spPr>
      </p:sp>
      <p:pic>
        <p:nvPicPr>
          <p:cNvPr id="4" name="Image 0" descr="/home/claude/ppt_build/figures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"/>
            <a:ext cx="566928" cy="6035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IILM UNIVERSITY, GREATER NOIDA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</a:rPr>
              <a:t>School of Computer Science and Engineering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1234440"/>
            <a:ext cx="10881360" cy="0"/>
          </a:xfrm>
          <a:prstGeom prst="line">
            <a:avLst/>
          </a:prstGeom>
          <a:noFill/>
          <a:ln w="9525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</a:rPr>
              <a:t>ARTIFICIAL INTELLIGENCE INTERNSHIP  •  ORGANIZATION: CODEALPHA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96596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of AI-Based Applications for Language Translation, FAQ Handling, and Object Detection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3611880"/>
            <a:ext cx="27432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886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</a:rPr>
              <a:t>STUDENT NAME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566160" y="3886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Sarika Kumari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4343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</a:rPr>
              <a:t>ENROLLMENT NO.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3434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25scs1003005194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800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</a:rPr>
              <a:t>PROGRAM &amp; SEMESTER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48006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B.Tech CSE — 3rd Semester (Section 2CSE14)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257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</a:rPr>
              <a:t>ORGANIZATION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52578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CodeAlpha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E2B"/>
                </a:solidFill>
              </a:rPr>
              <a:t>About CodeAlpha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50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E2B"/>
                </a:solidFill>
              </a:rPr>
              <a:t>Internship Overview &amp; Tools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0723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0723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E2B"/>
                </a:solidFill>
              </a:rPr>
              <a:t>Task 1 — Language Translation Tool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694176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6941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E2B"/>
                </a:solidFill>
              </a:rPr>
              <a:t>Task 2 — Chatbot for FAQs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3159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159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E2B"/>
                </a:solidFill>
              </a:rPr>
              <a:t>Task 3 — Object Detection &amp; Tracking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E2B"/>
                </a:solidFill>
              </a:rPr>
              <a:t>Learning Outcomes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55595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5559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559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E2B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CodeAlpha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035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1E2B"/>
                </a:solidFill>
              </a:rPr>
              <a:t>CodeAlpha is a software development company offering hands-on internship programmes across emerging technology domains — including Artificial Intelligence, Web Development, and Android Development. The AI track focuses on practical, project-based experience in AI model development, machine learning workflows, and real-time data processing.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737360"/>
            <a:ext cx="4663440" cy="4389120"/>
          </a:xfrm>
          <a:prstGeom prst="roundRect">
            <a:avLst>
              <a:gd name="adj" fmla="val 2500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69480" y="19659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Internship Perks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251460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Internship Offer Letter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Completion Certificate (QR Verified)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Unique ID Certificate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Letter of Recommendation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Job &amp; Placement Support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Resume Building Support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 &amp; Tools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3 tasks completed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E2B"/>
                </a:solidFill>
              </a:rPr>
              <a:t>Language Translation Tool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517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E2B"/>
                </a:solidFill>
              </a:rPr>
              <a:t>Chatbot for FAQs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39496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246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E2B"/>
                </a:solidFill>
              </a:rPr>
              <a:t>Object Detection &amp; Tracking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Tools &amp; Technologies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05740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Python 3 &amp; Streamlit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deep-translator + gTTS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scikit-learn (TF-IDF, cosine similarity)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OpenCV + Ultralytics YOLOv8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ByteTrack multi-object tracking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1E2B"/>
                </a:solidFill>
              </a:rPr>
              <a:t>Git &amp; GitHub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 — Language Translation Tool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Objective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1E2B"/>
                </a:solidFill>
              </a:rPr>
              <a:t>Let a user enter text, choose source &amp; target language, and get an instant translation — with optional text-to-speech playback.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Approach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Streamlit UI for text input &amp; language selection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deep-translator (Google Translate engine)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Optional gTTS audio playback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How it 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25603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2560320"/>
            <a:ext cx="1417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E2B"/>
                </a:solidFill>
              </a:rPr>
              <a:t>User 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E2B"/>
                </a:solidFill>
              </a:rPr>
              <a:t>Input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5603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58200" y="25603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2560320"/>
            <a:ext cx="1417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Translation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25603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195560" y="25603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95560" y="2560320"/>
            <a:ext cx="1417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E2B"/>
                </a:solidFill>
              </a:rPr>
              <a:t>Translated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E2B"/>
                </a:solidFill>
              </a:rPr>
              <a:t>Output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794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Result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1605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B1E2B"/>
                </a:solidFill>
              </a:rPr>
              <a:t>Translates text across a wide range of languages in real time through a simple, no-code-required interface.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 — Chatbot for FAQs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Objective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1E2B"/>
                </a:solidFill>
              </a:rPr>
              <a:t>Answer user questions by matching them to the closest question in an FAQ dataset and returning its answer.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Approach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Clean &amp; preprocess FAQ + user text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TF-IDF vectorization (scikit-learn)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Cosine similarity for best-match answer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Streamlit chat interface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How it 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25603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2560320"/>
            <a:ext cx="1417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E2B"/>
                </a:solidFill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E2B"/>
                </a:solidFill>
              </a:rPr>
              <a:t>Question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25603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58200" y="25603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58200" y="2560320"/>
            <a:ext cx="1417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TF-IDF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Cosine Sim.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25603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195560" y="25603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195560" y="2560320"/>
            <a:ext cx="14173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E2B"/>
                </a:solidFill>
              </a:rPr>
              <a:t>Best-Match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1E2B"/>
                </a:solidFill>
              </a:rPr>
              <a:t>Answer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794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Result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1605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B1E2B"/>
                </a:solidFill>
              </a:rPr>
              <a:t>Correctly answers a range of question phrasings without training a deep learning model — fast to build and easy to extend.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 — Object Detection &amp; Tracking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Objective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1E2B"/>
                </a:solidFill>
              </a:rPr>
              <a:t>Detect objects in a real-time video stream and track each one across frames with a consistent ID.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Approach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OpenCV for real-time video capture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Pre-trained YOLOv8 for detection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ByteTrack for multi-object tracking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1B1E2B"/>
                </a:solidFill>
              </a:rPr>
              <a:t>Live-rendered boxes, labels &amp; IDs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How it 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65176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651760"/>
            <a:ext cx="1051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E2B"/>
                </a:solidFill>
              </a:rPr>
              <a:t>Video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E2B"/>
                </a:solidFill>
              </a:rPr>
              <a:t>Frame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65176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53528" y="265176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53528" y="2651760"/>
            <a:ext cx="1051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YOLOv8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Detection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705088" y="265176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06256" y="265176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06256" y="2651760"/>
            <a:ext cx="1051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ByteTrack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Tracking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957816" y="2651760"/>
            <a:ext cx="2011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158984" y="265176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58984" y="2651760"/>
            <a:ext cx="105156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E2B"/>
                </a:solidFill>
              </a:rPr>
              <a:t>Labeled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E2B"/>
                </a:solidFill>
              </a:rPr>
              <a:t>Output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794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Result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16052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1B1E2B"/>
                </a:solidFill>
              </a:rPr>
              <a:t>Reliably detects common objects and maintains stable tracking IDs as they move across the frame in real time.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2880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E2B"/>
                </a:solidFill>
              </a:rPr>
              <a:t>Turning AI/ML concepts into deployable applications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9202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95160" y="182880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E2B"/>
                </a:solidFill>
              </a:rPr>
              <a:t>Working effectively with pre-trained models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3832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29184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E2B"/>
                </a:solidFill>
              </a:rPr>
              <a:t>NLP techniques: TF-IDF &amp; cosine similarity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15468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33832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329184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E2B"/>
                </a:solidFill>
              </a:rPr>
              <a:t>Real-time computer vision pipelines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846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75488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E2B"/>
                </a:solidFill>
              </a:rPr>
              <a:t>Building usable interfaces with Streamlit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461772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F2F4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48463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4754880"/>
            <a:ext cx="4343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E2B"/>
                </a:solidFill>
              </a:rPr>
              <a:t>Structured, version-controlled project delivery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</a:rPr>
              <a:t>CHAPTER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ADCFC"/>
                </a:solidFill>
              </a:rPr>
              <a:t>The AI internship with CodeAlpha provided valuable, hands-on exposure to building real-world AI applications across language translation, conversational AI, and computer vision.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FFFFFF"/>
                </a:solidFill>
              </a:rPr>
              <a:t>Each task reinforced core AI/ML concepts while strengthening practical software development skills — from UI design to working with pre-trained models — forming a strong foundation for further exploration in Artificial Intelligence.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17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200400" cy="32004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566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Sarika Kumari  •  [Your Email]  •  GitHub: [Your GitHub Username]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2026-08-30T17:29:21Z</dcterms:created>
  <dcterms:modified xsi:type="dcterms:W3CDTF">2026-08-30T17:29:21Z</dcterms:modified>
</cp:coreProperties>
</file>