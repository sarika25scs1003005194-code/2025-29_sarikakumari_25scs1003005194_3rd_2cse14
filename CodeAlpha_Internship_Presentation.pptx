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12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4" name="Image 0" descr="/home/claude/ppt_build/figures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566928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IILM UNIVERSITY, GREATER NOIDA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School of Computer Science and Engineering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</a:rPr>
              <a:t>ARTIFICIAL INTELLIGENCE INTERNSHIP  •  ORGANIZATION: CODEALPHA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659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AI-Based Applications for Language Translation, FAQ Handling, and Object Detection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886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</a:rPr>
              <a:t>STUDENT NAME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3886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Sarika Kumari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</a:rPr>
              <a:t>ENROLLMENT NO.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343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25scs1003005194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00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</a:rPr>
              <a:t>PROGRAM &amp; SEMESTER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4800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B.Tech CSE — 3rd Semester (Section 2CSE14)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257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</a:rPr>
              <a:t>ORGANIZATION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5257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CodeAlpha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About CodeAlpha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0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Internship Overview &amp; Tools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72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Task 1 — Language Translation Tool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941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Task 2 — Chatbot for FAQs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Task 3 — Object Detection &amp; Tracking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Learning Outcomes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5595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559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E2B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CodeAlpha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E2B"/>
                </a:solidFill>
              </a:rPr>
              <a:t>CodeAlpha is a software development company offering hands-on internship programmes across emerging technology domains — including Artificial Intelligence, Web Development, and Android Development. The AI track focuses on practical, project-based experience in AI model development, machine learning workflows, and real-time data processing.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438912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Internship Perks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5146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Internship Offer Letter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Completion Certificate (QR Verified)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Unique ID Certificate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Letter of Recommendation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Job &amp; Placement Support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Resume Building Support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 &amp;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3 tasks completed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2B"/>
                </a:solidFill>
              </a:rPr>
              <a:t>Language Translation Tool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2B"/>
                </a:solidFill>
              </a:rPr>
              <a:t>Chatbot for FAQs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E2B"/>
                </a:solidFill>
              </a:rPr>
              <a:t>Object Detection &amp; Tracking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Tools &amp; Technologies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574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Python 3 &amp; Streamlit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deep-translator + gTTS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scikit-learn (TF-IDF, cosine similarity)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OpenCV + Ultralytics YOLOv8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ByteTrack multi-object tracking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Git &amp; GitHub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Language Translation Tool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Let a user enter text, choose source &amp; target language, and get an instant translation — with optional text-to-speech playback.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Streamlit UI for text input &amp; language selection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deep-translator (Google Translate engine)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Optional gTTS audio playback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User 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Translation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9556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9556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Translated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Translates text across a wide range of languages in real time through a simple, no-code-required interface.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Chatbot for FAQs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Answer user questions by matching them to the closest question in an FAQ dataset and returning its answer.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Clean &amp; preprocess FAQ + user text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TF-IDF vectorization (scikit-learn)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Cosine similarity for best-match answer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Streamlit chat interface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Question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TF-IDF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Cosine Sim.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9556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9556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Best-Match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B"/>
                </a:solidFill>
              </a:rPr>
              <a:t>Answer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Correctly answers a range of question phrasings without training a deep learning model — fast to build and easy to extend.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Object Detection &amp; Tracking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Detect objects in a real-time video stream and track each one across frames with a consistent ID.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OpenCV for real-time video capture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Pre-trained YOLOv8 for detection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ByteTrack for multi-object tracking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Live-rendered boxes, labels &amp; IDs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</a:rPr>
              <a:t>Video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</a:rPr>
              <a:t>Frame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53528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53528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YOLOv8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705088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06256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06256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ByteTrack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Tracking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957816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58984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58984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</a:rPr>
              <a:t>Labeled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B"/>
                </a:solidFill>
              </a:rPr>
              <a:t>Output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Reliably detects common objects and maintains stable tracking IDs as they move across the frame in real time.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Turning AI/ML concepts into deployable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8288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Working effectively with pre-trained models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918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NLP techniques: TF-IDF &amp; cosine similarity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918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Real-time computer vision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7548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Building usable interfaces with Streamlit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7548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</a:rPr>
              <a:t>Structured, version-controlled project delivery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</a:rPr>
              <a:t>The AI internship with CodeAlpha provided valuable, hands-on exposure to building real-world AI applications across language translation, conversational AI, and computer vision.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Each task reinforced core AI/ML concepts while strengthening practical software development skills — from UI design to working with pre-trained models — forming a strong foundation for further exploration in Artificial Intelligence.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9144000" cy="64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ADCFC"/>
                </a:solidFill>
              </a:rPr>
              <a:t>Sarika Kumari  • Sarika.25scs1003005194@iilm.edu   •  GitHub: sarika25scs1003005194-code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608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 kumar</cp:lastModifiedBy>
  <cp:revision>2</cp:revision>
  <dcterms:created xsi:type="dcterms:W3CDTF">2026-08-30T17:29:21Z</dcterms:created>
  <dcterms:modified xsi:type="dcterms:W3CDTF">2026-09-01T17:11:29Z</dcterms:modified>
</cp:coreProperties>
</file>